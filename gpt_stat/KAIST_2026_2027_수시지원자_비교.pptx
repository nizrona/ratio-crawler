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235</c:v>
                </c:pt>
                <c:pt idx="1">
                  <c:v>440</c:v>
                </c:pt>
                <c:pt idx="2">
                  <c:v>602</c:v>
                </c:pt>
                <c:pt idx="3">
                  <c:v>718</c:v>
                </c:pt>
                <c:pt idx="4">
                  <c:v>847</c:v>
                </c:pt>
                <c:pt idx="5">
                  <c:v>995</c:v>
                </c:pt>
                <c:pt idx="6">
                  <c:v>1178</c:v>
                </c:pt>
                <c:pt idx="7">
                  <c:v>1411</c:v>
                </c:pt>
                <c:pt idx="8">
                  <c:v>1889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236</c:v>
                </c:pt>
                <c:pt idx="1">
                  <c:v>359</c:v>
                </c:pt>
                <c:pt idx="2">
                  <c:v>477</c:v>
                </c:pt>
                <c:pt idx="3">
                  <c:v>569</c:v>
                </c:pt>
                <c:pt idx="4">
                  <c:v>715</c:v>
                </c:pt>
                <c:pt idx="5">
                  <c:v>926</c:v>
                </c:pt>
                <c:pt idx="6">
                  <c:v>1217</c:v>
                </c:pt>
                <c:pt idx="7">
                  <c:v>1682</c:v>
                </c:pt>
                <c:pt idx="8">
                  <c:v>2724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500.0"/>
          <c:min val="-5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5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</c:v>
                </c:pt>
                <c:pt idx="1">
                  <c:v>42</c:v>
                </c:pt>
                <c:pt idx="2">
                  <c:v>96</c:v>
                </c:pt>
                <c:pt idx="3">
                  <c:v>165</c:v>
                </c:pt>
                <c:pt idx="4">
                  <c:v>209</c:v>
                </c:pt>
                <c:pt idx="5">
                  <c:v>248</c:v>
                </c:pt>
                <c:pt idx="6">
                  <c:v>352</c:v>
                </c:pt>
                <c:pt idx="7">
                  <c:v>550</c:v>
                </c:pt>
                <c:pt idx="8">
                  <c:v>1313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20</c:v>
                </c:pt>
                <c:pt idx="2">
                  <c:v>31</c:v>
                </c:pt>
                <c:pt idx="3">
                  <c:v>69</c:v>
                </c:pt>
                <c:pt idx="4">
                  <c:v>106</c:v>
                </c:pt>
                <c:pt idx="5">
                  <c:v>148</c:v>
                </c:pt>
                <c:pt idx="6">
                  <c:v>228</c:v>
                </c:pt>
                <c:pt idx="7">
                  <c:v>402</c:v>
                </c:pt>
                <c:pt idx="8">
                  <c:v>1514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00.0"/>
          <c:min val="-5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5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260</c:v>
                </c:pt>
                <c:pt idx="1">
                  <c:v>515</c:v>
                </c:pt>
                <c:pt idx="2">
                  <c:v>721</c:v>
                </c:pt>
                <c:pt idx="3">
                  <c:v>870</c:v>
                </c:pt>
                <c:pt idx="4">
                  <c:v>1049</c:v>
                </c:pt>
                <c:pt idx="5">
                  <c:v>1254</c:v>
                </c:pt>
                <c:pt idx="6">
                  <c:v>1543</c:v>
                </c:pt>
                <c:pt idx="7">
                  <c:v>1860</c:v>
                </c:pt>
                <c:pt idx="8">
                  <c:v>2675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258</c:v>
                </c:pt>
                <c:pt idx="1">
                  <c:v>382</c:v>
                </c:pt>
                <c:pt idx="2">
                  <c:v>510</c:v>
                </c:pt>
                <c:pt idx="3">
                  <c:v>616</c:v>
                </c:pt>
                <c:pt idx="4">
                  <c:v>770</c:v>
                </c:pt>
                <c:pt idx="5">
                  <c:v>1002</c:v>
                </c:pt>
                <c:pt idx="6">
                  <c:v>1333</c:v>
                </c:pt>
                <c:pt idx="7">
                  <c:v>1870</c:v>
                </c:pt>
                <c:pt idx="8">
                  <c:v>3204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00.0"/>
          <c:min val="-10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10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25</c:v>
                </c:pt>
                <c:pt idx="2">
                  <c:v>55</c:v>
                </c:pt>
                <c:pt idx="3">
                  <c:v>79</c:v>
                </c:pt>
                <c:pt idx="4">
                  <c:v>100</c:v>
                </c:pt>
                <c:pt idx="5">
                  <c:v>127</c:v>
                </c:pt>
                <c:pt idx="6">
                  <c:v>194</c:v>
                </c:pt>
                <c:pt idx="7">
                  <c:v>282</c:v>
                </c:pt>
                <c:pt idx="8">
                  <c:v>457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</c:v>
                </c:pt>
                <c:pt idx="1">
                  <c:v>24</c:v>
                </c:pt>
                <c:pt idx="2">
                  <c:v>43</c:v>
                </c:pt>
                <c:pt idx="3">
                  <c:v>62</c:v>
                </c:pt>
                <c:pt idx="4">
                  <c:v>79</c:v>
                </c:pt>
                <c:pt idx="5">
                  <c:v>102</c:v>
                </c:pt>
                <c:pt idx="6">
                  <c:v>155</c:v>
                </c:pt>
                <c:pt idx="7">
                  <c:v>258</c:v>
                </c:pt>
                <c:pt idx="8">
                  <c:v>480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-1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1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</c:v>
                </c:pt>
                <c:pt idx="1">
                  <c:v>29</c:v>
                </c:pt>
                <c:pt idx="2">
                  <c:v>45</c:v>
                </c:pt>
                <c:pt idx="3">
                  <c:v>67</c:v>
                </c:pt>
                <c:pt idx="4">
                  <c:v>73</c:v>
                </c:pt>
                <c:pt idx="5">
                  <c:v>88</c:v>
                </c:pt>
                <c:pt idx="6">
                  <c:v>100</c:v>
                </c:pt>
                <c:pt idx="7">
                  <c:v>122</c:v>
                </c:pt>
                <c:pt idx="8">
                  <c:v>237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</c:v>
                </c:pt>
                <c:pt idx="1">
                  <c:v>25</c:v>
                </c:pt>
                <c:pt idx="2">
                  <c:v>34</c:v>
                </c:pt>
                <c:pt idx="3">
                  <c:v>41</c:v>
                </c:pt>
                <c:pt idx="4">
                  <c:v>53</c:v>
                </c:pt>
                <c:pt idx="5">
                  <c:v>69</c:v>
                </c:pt>
                <c:pt idx="6">
                  <c:v>104</c:v>
                </c:pt>
                <c:pt idx="7">
                  <c:v>132</c:v>
                </c:pt>
                <c:pt idx="8">
                  <c:v>287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50.0"/>
          <c:min val="-5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5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55</c:v>
                </c:pt>
                <c:pt idx="2">
                  <c:v>93</c:v>
                </c:pt>
                <c:pt idx="3">
                  <c:v>114</c:v>
                </c:pt>
                <c:pt idx="4">
                  <c:v>147</c:v>
                </c:pt>
                <c:pt idx="5">
                  <c:v>174</c:v>
                </c:pt>
                <c:pt idx="6">
                  <c:v>228</c:v>
                </c:pt>
                <c:pt idx="7">
                  <c:v>285</c:v>
                </c:pt>
                <c:pt idx="8">
                  <c:v>420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</c:v>
                </c:pt>
                <c:pt idx="1">
                  <c:v>4</c:v>
                </c:pt>
                <c:pt idx="2">
                  <c:v>6</c:v>
                </c:pt>
                <c:pt idx="3">
                  <c:v>18</c:v>
                </c:pt>
                <c:pt idx="4">
                  <c:v>25</c:v>
                </c:pt>
                <c:pt idx="5">
                  <c:v>28</c:v>
                </c:pt>
                <c:pt idx="6">
                  <c:v>45</c:v>
                </c:pt>
                <c:pt idx="7">
                  <c:v>72</c:v>
                </c:pt>
                <c:pt idx="8">
                  <c:v>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-1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1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창의도전전형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200명 · 최종 1,889명 · 9.45:1     |     2027학년도 모집 270명 · 현재 2,724명 · 10.09:1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학교장추천전형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85명 · 최종 1,313명 · 15.45:1     |     2027학년도 모집 85명 · 현재 1,514명 · 17.81:1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일반전형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350명 · 최종 2,675명 · 7.64:1     |     2027학년도 모집 380명 · 현재 3,204명 · 8.43:1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고른기회전형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60명 · 최종 457명 · 7.62:1     |     2027학년도 모집 60명 · 현재 480명 · 8.00:1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특기자전형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30명 · 최종 237명 · 7.90:1     |     2027학년도 모집 30명 · 현재 287명 · 9.57:1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반도체시스템인재전형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100명 · 최종 420명 · 4.20:1     |     2027학년도 모집 40명 · 현재 185명 · 4.62:1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